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61" r:id="rId7"/>
    <p:sldId id="266" r:id="rId8"/>
    <p:sldId id="267" r:id="rId9"/>
    <p:sldId id="262" r:id="rId10"/>
    <p:sldId id="268" r:id="rId11"/>
    <p:sldId id="263" r:id="rId12"/>
    <p:sldId id="264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RETAIL SALES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A568C-F648-B675-3F4F-E223CFA35B33}"/>
              </a:ext>
            </a:extLst>
          </p:cNvPr>
          <p:cNvSpPr txBox="1"/>
          <p:nvPr/>
        </p:nvSpPr>
        <p:spPr>
          <a:xfrm>
            <a:off x="3322320" y="3962400"/>
            <a:ext cx="4653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Domain: Retail Analytics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Statement:-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960" y="1219200"/>
            <a:ext cx="7386320" cy="449942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Retail businesses generate large volumes of sales data. </a:t>
            </a:r>
            <a:r>
              <a:rPr lang="en-IN" dirty="0" err="1"/>
              <a:t>Analyzing</a:t>
            </a:r>
            <a:r>
              <a:rPr lang="en-IN" dirty="0"/>
              <a:t> this data helps identify sales trends, customer preferences, and revenue-driving products.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200" b="1" dirty="0"/>
              <a:t>Objective:-</a:t>
            </a:r>
          </a:p>
          <a:p>
            <a:r>
              <a:rPr lang="en-IN" sz="2200" dirty="0" err="1"/>
              <a:t>Analyze</a:t>
            </a:r>
            <a:r>
              <a:rPr lang="en-IN" sz="2200" dirty="0"/>
              <a:t> retail sales transactions. </a:t>
            </a:r>
          </a:p>
          <a:p>
            <a:r>
              <a:rPr lang="en-IN" sz="2200" dirty="0"/>
              <a:t>Identify top-performing products. </a:t>
            </a:r>
          </a:p>
          <a:p>
            <a:r>
              <a:rPr lang="en-IN" sz="2200" dirty="0"/>
              <a:t>Measure monthly sales trends. </a:t>
            </a:r>
          </a:p>
          <a:p>
            <a:r>
              <a:rPr lang="en-IN" sz="2200" dirty="0"/>
              <a:t>Understand customer purchasing </a:t>
            </a:r>
            <a:r>
              <a:rPr lang="en-IN" sz="2200" dirty="0" err="1"/>
              <a:t>behavior</a:t>
            </a:r>
            <a:r>
              <a:rPr lang="en-IN" sz="2200" dirty="0"/>
              <a:t>. </a:t>
            </a:r>
          </a:p>
          <a:p>
            <a:r>
              <a:rPr lang="en-IN" sz="2200" dirty="0"/>
              <a:t>Generate business insights using SQL.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Information:-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IN" dirty="0"/>
              <a:t>Dataset Name: Retail Sales Dataset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428240"/>
            <a:ext cx="6145215" cy="3761423"/>
          </a:xfrm>
        </p:spPr>
        <p:txBody>
          <a:bodyPr/>
          <a:lstStyle/>
          <a:p>
            <a:r>
              <a:rPr lang="en-IN" b="1" dirty="0"/>
              <a:t>Tools Used</a:t>
            </a:r>
          </a:p>
          <a:p>
            <a:r>
              <a:rPr lang="en-IN" dirty="0"/>
              <a:t>MySQL Workbench</a:t>
            </a:r>
          </a:p>
          <a:p>
            <a:r>
              <a:rPr lang="en-IN" dirty="0"/>
              <a:t>SQL Queries </a:t>
            </a:r>
          </a:p>
          <a:p>
            <a:r>
              <a:rPr lang="en-IN" dirty="0"/>
              <a:t>Excel (Data Cleaning)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02C0C-A5AC-A272-DB94-0EC246A7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9283E7-4CEC-6DBD-39B0-E624EABE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22E15E-57E6-E936-21A7-BE4534EBF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681163"/>
            <a:ext cx="7972425" cy="398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815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6674-20BD-4F34-B58A-AF2F15DD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5E2644-392D-DCB9-9CF7-E4542FEC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0B5070-223A-B3FC-7171-6890E0271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268" y="1625599"/>
            <a:ext cx="7972425" cy="403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947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BAE7-1F0A-4073-C4BD-2A48CE75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Operations Performed:-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DDCB2-E7CA-2F6D-6861-CBAECABC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DF011-1DAF-6197-000A-226DF0320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483360"/>
            <a:ext cx="11214100" cy="46936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Data Cleaning-</a:t>
            </a:r>
          </a:p>
          <a:p>
            <a:r>
              <a:rPr lang="en-IN" dirty="0"/>
              <a:t>Removed duplicates </a:t>
            </a:r>
          </a:p>
          <a:p>
            <a:r>
              <a:rPr lang="en-IN" dirty="0"/>
              <a:t>Checked NULL values </a:t>
            </a:r>
          </a:p>
          <a:p>
            <a:r>
              <a:rPr lang="en-IN" dirty="0"/>
              <a:t>Standardized date formats </a:t>
            </a:r>
          </a:p>
          <a:p>
            <a:pPr marL="0" indent="0">
              <a:buNone/>
            </a:pPr>
            <a:r>
              <a:rPr lang="en-IN" b="1" dirty="0"/>
              <a:t>SQL Concepts Used-</a:t>
            </a:r>
          </a:p>
          <a:p>
            <a:r>
              <a:rPr lang="en-IN" dirty="0"/>
              <a:t>SELECT </a:t>
            </a:r>
          </a:p>
          <a:p>
            <a:r>
              <a:rPr lang="en-IN" dirty="0"/>
              <a:t>WHERE </a:t>
            </a:r>
          </a:p>
          <a:p>
            <a:r>
              <a:rPr lang="en-IN" dirty="0"/>
              <a:t>ORDER BY </a:t>
            </a:r>
          </a:p>
          <a:p>
            <a:r>
              <a:rPr lang="en-IN" dirty="0"/>
              <a:t>GROUP BY </a:t>
            </a:r>
          </a:p>
          <a:p>
            <a:r>
              <a:rPr lang="en-IN" dirty="0"/>
              <a:t>HAVING </a:t>
            </a:r>
          </a:p>
          <a:p>
            <a:r>
              <a:rPr lang="en-IN" dirty="0"/>
              <a:t>Aggregate Functions </a:t>
            </a:r>
          </a:p>
          <a:p>
            <a:r>
              <a:rPr lang="en-IN" dirty="0"/>
              <a:t>Subqueries </a:t>
            </a:r>
          </a:p>
          <a:p>
            <a:r>
              <a:rPr lang="en-IN" dirty="0"/>
              <a:t>Window Functions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82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1281-CACA-2B73-5FEA-BF4462BE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6425-3D4E-85DC-3FAF-E1BDF510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Queries:-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E73A9F-6904-863D-BE7B-8382FA38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41B88CD-F706-5865-711A-701F2F64A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696719"/>
            <a:ext cx="7972425" cy="397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8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179F-457B-6CBC-64EE-0E932B02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Questions Solved:-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38F9F7-A482-4C71-F853-CD872902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31277-3031-3D96-649D-E900D729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Key Analysis</a:t>
            </a:r>
          </a:p>
          <a:p>
            <a:r>
              <a:rPr lang="en-IN" dirty="0"/>
              <a:t>Total Revenue Generated </a:t>
            </a:r>
          </a:p>
          <a:p>
            <a:r>
              <a:rPr lang="en-IN" dirty="0"/>
              <a:t>Monthly Sales Trend </a:t>
            </a:r>
          </a:p>
          <a:p>
            <a:r>
              <a:rPr lang="en-IN" dirty="0"/>
              <a:t>Top 10 Selling Products </a:t>
            </a:r>
          </a:p>
          <a:p>
            <a:r>
              <a:rPr lang="en-IN" dirty="0"/>
              <a:t>Best Product Categories </a:t>
            </a:r>
          </a:p>
          <a:p>
            <a:r>
              <a:rPr lang="en-IN" dirty="0"/>
              <a:t>Highest Revenue Month </a:t>
            </a:r>
          </a:p>
          <a:p>
            <a:r>
              <a:rPr lang="en-IN" dirty="0"/>
              <a:t>Customer Purchase Frequency </a:t>
            </a:r>
          </a:p>
          <a:p>
            <a:r>
              <a:rPr lang="en-IN" dirty="0"/>
              <a:t>Average Order Value </a:t>
            </a:r>
          </a:p>
          <a:p>
            <a:r>
              <a:rPr lang="en-IN" dirty="0"/>
              <a:t>Revenue Contribution by Category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22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3053-A56B-8864-A63C-9BD863E1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73BE1D-63B8-31E6-AAF2-6B5B4D39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D8D1A-A30D-1A3A-37D0-B75E026C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Insights</a:t>
            </a:r>
          </a:p>
          <a:p>
            <a:r>
              <a:rPr lang="en-IN" dirty="0"/>
              <a:t>Electronics category generated the highest revenue. </a:t>
            </a:r>
          </a:p>
          <a:p>
            <a:r>
              <a:rPr lang="en-IN" dirty="0"/>
              <a:t>Sales peaked during specific months indicating seasonal demand. </a:t>
            </a:r>
          </a:p>
          <a:p>
            <a:r>
              <a:rPr lang="en-IN" dirty="0"/>
              <a:t>Repeat customers generated higher revenue. </a:t>
            </a:r>
          </a:p>
          <a:p>
            <a:r>
              <a:rPr lang="en-IN" dirty="0"/>
              <a:t>Certain categories had higher average order values.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88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022D-7AA8-CB08-3E28-D80CAC3C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E9705D37-6749-F784-5267-803040D90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777999"/>
            <a:ext cx="7972425" cy="388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21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9301-CA27-9811-E4AC-9A8307D7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659B-B455-E44C-61C9-67FD63D4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Conclusion:-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B6A1A3-EBC9-1B7B-D527-A5897770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424C-D29F-A703-F746-BB61981CF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2255519"/>
            <a:ext cx="11214100" cy="3921443"/>
          </a:xfrm>
        </p:spPr>
        <p:txBody>
          <a:bodyPr/>
          <a:lstStyle/>
          <a:p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retail sales data using SQL. </a:t>
            </a:r>
          </a:p>
          <a:p>
            <a:r>
              <a:rPr lang="en-IN" dirty="0"/>
              <a:t>Identified revenue trends and customer behaviour patterns. </a:t>
            </a:r>
          </a:p>
          <a:p>
            <a:r>
              <a:rPr lang="en-IN" dirty="0"/>
              <a:t>Generated actionable business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018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DC47-E49A-D23B-0E8E-3D667D25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3800840-EF58-E55B-DFB8-FE3ACFFBD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554479"/>
            <a:ext cx="7972425" cy="411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621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16</TotalTime>
  <Words>213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Trade Gothic LT Pro</vt:lpstr>
      <vt:lpstr>Trebuchet MS</vt:lpstr>
      <vt:lpstr>Office Theme</vt:lpstr>
      <vt:lpstr>RETAIL SALES DATA ANALYSIS</vt:lpstr>
      <vt:lpstr>Problem Statement:-</vt:lpstr>
      <vt:lpstr>Dataset Information:-</vt:lpstr>
      <vt:lpstr>PowerPoint Presentation</vt:lpstr>
      <vt:lpstr>PowerPoint Presentation</vt:lpstr>
      <vt:lpstr>SQL Operations Performed:-</vt:lpstr>
      <vt:lpstr>SQL Queries:-</vt:lpstr>
      <vt:lpstr>Business Questions Solved:-</vt:lpstr>
      <vt:lpstr>Key Findings:-</vt:lpstr>
      <vt:lpstr>PowerPoint Presentation</vt:lpstr>
      <vt:lpstr>   Conclusion:-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 V</dc:creator>
  <cp:lastModifiedBy>Jyothi V</cp:lastModifiedBy>
  <cp:revision>1</cp:revision>
  <dcterms:created xsi:type="dcterms:W3CDTF">2026-06-14T05:07:23Z</dcterms:created>
  <dcterms:modified xsi:type="dcterms:W3CDTF">2026-06-14T05:24:17Z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